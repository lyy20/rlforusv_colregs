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48801d5904b13" /><Relationship Type="http://schemas.openxmlformats.org/officeDocument/2006/relationships/extended-properties" Target="/docProps/app.xml" Id="R8a8ed1c092374878" /><Relationship Type="http://schemas.openxmlformats.org/officeDocument/2006/relationships/officeDocument" Target="/ppt/presentation.xml" Id="Ra2553945f55c4a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291a29de84f56"/>
  </p:sldMasterIdLst>
  <p:notesMasterIdLst>
    <p:notesMasterId xmlns:r="http://schemas.openxmlformats.org/officeDocument/2006/relationships" r:id="R0ba98267af3647ec"/>
  </p:notesMasterIdLst>
  <p:sldIdLst>
    <p:sldId xmlns:r="http://schemas.openxmlformats.org/officeDocument/2006/relationships" id="256" r:id="Ree0a98ecf29746f8"/>
    <p:sldId xmlns:r="http://schemas.openxmlformats.org/officeDocument/2006/relationships" id="257" r:id="R62c2ad2960f646bf"/>
    <p:sldId xmlns:r="http://schemas.openxmlformats.org/officeDocument/2006/relationships" id="258" r:id="R4a23f3767ad24c78"/>
    <p:sldId xmlns:r="http://schemas.openxmlformats.org/officeDocument/2006/relationships" id="259" r:id="R824b8cf9bc544f0a"/>
    <p:sldId xmlns:r="http://schemas.openxmlformats.org/officeDocument/2006/relationships" id="260" r:id="R4b5e12390e95454c"/>
    <p:sldId xmlns:r="http://schemas.openxmlformats.org/officeDocument/2006/relationships" id="261" r:id="Red1983b9effe4d20"/>
    <p:sldId xmlns:r="http://schemas.openxmlformats.org/officeDocument/2006/relationships" id="262" r:id="Rd6fb3065e32c4879"/>
    <p:sldId xmlns:r="http://schemas.openxmlformats.org/officeDocument/2006/relationships" id="263" r:id="Rfbbb6c20fb304c2c"/>
    <p:sldId xmlns:r="http://schemas.openxmlformats.org/officeDocument/2006/relationships" id="264" r:id="R4fc0ff9392f14742"/>
    <p:sldId xmlns:r="http://schemas.openxmlformats.org/officeDocument/2006/relationships" id="265" r:id="R22fba7b6568b4da4"/>
    <p:sldId xmlns:r="http://schemas.openxmlformats.org/officeDocument/2006/relationships" id="266" r:id="R1d8f0ea58aaf42e5"/>
    <p:sldId xmlns:r="http://schemas.openxmlformats.org/officeDocument/2006/relationships" id="267" r:id="Re22eb2c979a34140"/>
    <p:sldId xmlns:r="http://schemas.openxmlformats.org/officeDocument/2006/relationships" id="268" r:id="R9eca431e3194481c"/>
    <p:sldId xmlns:r="http://schemas.openxmlformats.org/officeDocument/2006/relationships" id="269" r:id="R5a2466b442b14edc"/>
    <p:sldId xmlns:r="http://schemas.openxmlformats.org/officeDocument/2006/relationships" id="270" r:id="Re40b075a97894a7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d95ad270b5457b" /><Relationship Type="http://schemas.openxmlformats.org/officeDocument/2006/relationships/slideMaster" Target="/ppt/slideMasters/slideMaster1.xml" Id="R182291a29de84f56" /><Relationship Type="http://schemas.openxmlformats.org/officeDocument/2006/relationships/notesMaster" Target="/ppt/notesMasters/notesMaster1.xml" Id="R0ba98267af3647ec" /><Relationship Type="http://schemas.openxmlformats.org/officeDocument/2006/relationships/presProps" Target="/ppt/presProps.xml" Id="R326bb5f3df7143ab" /><Relationship Type="http://schemas.openxmlformats.org/officeDocument/2006/relationships/tableStyles" Target="/ppt/tableStyles.xml" Id="R82013c4f95fa479d" /><Relationship Type="http://schemas.openxmlformats.org/officeDocument/2006/relationships/slide" Target="/ppt/slides/slide1.xml" Id="Ree0a98ecf29746f8" /><Relationship Type="http://schemas.openxmlformats.org/officeDocument/2006/relationships/slide" Target="/ppt/slides/slide2.xml" Id="R62c2ad2960f646bf" /><Relationship Type="http://schemas.openxmlformats.org/officeDocument/2006/relationships/slide" Target="/ppt/slides/slide3.xml" Id="R4a23f3767ad24c78" /><Relationship Type="http://schemas.openxmlformats.org/officeDocument/2006/relationships/slide" Target="/ppt/slides/slide4.xml" Id="R824b8cf9bc544f0a" /><Relationship Type="http://schemas.openxmlformats.org/officeDocument/2006/relationships/slide" Target="/ppt/slides/slide5.xml" Id="R4b5e12390e95454c" /><Relationship Type="http://schemas.openxmlformats.org/officeDocument/2006/relationships/slide" Target="/ppt/slides/slide6.xml" Id="Red1983b9effe4d20" /><Relationship Type="http://schemas.openxmlformats.org/officeDocument/2006/relationships/slide" Target="/ppt/slides/slide7.xml" Id="Rd6fb3065e32c4879" /><Relationship Type="http://schemas.openxmlformats.org/officeDocument/2006/relationships/slide" Target="/ppt/slides/slide8.xml" Id="Rfbbb6c20fb304c2c" /><Relationship Type="http://schemas.openxmlformats.org/officeDocument/2006/relationships/slide" Target="/ppt/slides/slide9.xml" Id="R4fc0ff9392f14742" /><Relationship Type="http://schemas.openxmlformats.org/officeDocument/2006/relationships/slide" Target="/ppt/slides/slide10.xml" Id="R22fba7b6568b4da4" /><Relationship Type="http://schemas.openxmlformats.org/officeDocument/2006/relationships/slide" Target="/ppt/slides/slide11.xml" Id="R1d8f0ea58aaf42e5" /><Relationship Type="http://schemas.openxmlformats.org/officeDocument/2006/relationships/slide" Target="/ppt/slides/slide12.xml" Id="Re22eb2c979a34140" /><Relationship Type="http://schemas.openxmlformats.org/officeDocument/2006/relationships/slide" Target="/ppt/slides/slide13.xml" Id="R9eca431e3194481c" /><Relationship Type="http://schemas.openxmlformats.org/officeDocument/2006/relationships/slide" Target="/ppt/slides/slide14.xml" Id="R5a2466b442b14edc" /><Relationship Type="http://schemas.openxmlformats.org/officeDocument/2006/relationships/slide" Target="/ppt/slides/slide15.xml" Id="Re40b075a97894a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54758754b44e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35f29e5fc4ac4" /><Relationship Type="http://schemas.openxmlformats.org/officeDocument/2006/relationships/notesMaster" Target="/ppt/notesMasters/notesMaster1.xml" Id="R63a4c2c824c4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1856a062249c7" /><Relationship Type="http://schemas.openxmlformats.org/officeDocument/2006/relationships/notesMaster" Target="/ppt/notesMasters/notesMaster1.xml" Id="R8bab32f1a2e8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9f9c6028b4609" /><Relationship Type="http://schemas.openxmlformats.org/officeDocument/2006/relationships/notesMaster" Target="/ppt/notesMasters/notesMaster1.xml" Id="R7a397beb73f8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19110124bb481b" /><Relationship Type="http://schemas.openxmlformats.org/officeDocument/2006/relationships/notesMaster" Target="/ppt/notesMasters/notesMaster1.xml" Id="Rc495d7c8f76e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35a9e1b1f4531" /><Relationship Type="http://schemas.openxmlformats.org/officeDocument/2006/relationships/notesMaster" Target="/ppt/notesMasters/notesMaster1.xml" Id="Ra792f511165b46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58b44a8cf456a" /><Relationship Type="http://schemas.openxmlformats.org/officeDocument/2006/relationships/notesMaster" Target="/ppt/notesMasters/notesMaster1.xml" Id="R336893c9a6e645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d69cc00944851" /><Relationship Type="http://schemas.openxmlformats.org/officeDocument/2006/relationships/notesMaster" Target="/ppt/notesMasters/notesMaster1.xml" Id="R3f34f3f23ffc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9d7f5e1a44396" /><Relationship Type="http://schemas.openxmlformats.org/officeDocument/2006/relationships/notesMaster" Target="/ppt/notesMasters/notesMaster1.xml" Id="R588cca57bb2a41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a8ae158beb491a" /><Relationship Type="http://schemas.openxmlformats.org/officeDocument/2006/relationships/notesMaster" Target="/ppt/notesMasters/notesMaster1.xml" Id="Rc2de6365dfd64c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7b3c709fda4248" /><Relationship Type="http://schemas.openxmlformats.org/officeDocument/2006/relationships/notesMaster" Target="/ppt/notesMasters/notesMaster1.xml" Id="R4a55b9073a6e48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0d8cfa67db4426" /><Relationship Type="http://schemas.openxmlformats.org/officeDocument/2006/relationships/notesMaster" Target="/ppt/notesMasters/notesMaster1.xml" Id="R4b635d5346e947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44dfbf283e410e" /><Relationship Type="http://schemas.openxmlformats.org/officeDocument/2006/relationships/notesMaster" Target="/ppt/notesMasters/notesMaster1.xml" Id="R9732a9fefca744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23f03acd6247ac" /><Relationship Type="http://schemas.openxmlformats.org/officeDocument/2006/relationships/notesMaster" Target="/ppt/notesMasters/notesMaster1.xml" Id="R75dd76face724f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414609d2cc4e14" /><Relationship Type="http://schemas.openxmlformats.org/officeDocument/2006/relationships/notesMaster" Target="/ppt/notesMasters/notesMaster1.xml" Id="Rcd2c2c2fad944e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6a5b5e054f4811" /><Relationship Type="http://schemas.openxmlformats.org/officeDocument/2006/relationships/notesMaster" Target="/ppt/notesMasters/notesMaster1.xml" Id="Rc70197f050fd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来源：项目源码、README、配置文件与 0911 评估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d5931ce7f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bb319154ff4f20" /><Relationship Type="http://schemas.openxmlformats.org/officeDocument/2006/relationships/slideLayout" Target="/ppt/slideLayouts/slideLayout1.xml" Id="Rb9f96d18e7bf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96d18e7bf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da8b361d44aa0" /><Relationship Type="http://schemas.openxmlformats.org/officeDocument/2006/relationships/image" Target="/ppt/media/image.png" Id="R97fd2c374b8d4a26" /><Relationship Type="http://schemas.openxmlformats.org/officeDocument/2006/relationships/notesSlide" Target="/ppt/notesSlides/notesSlide1.xml" Id="R7c94c321f5f840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016a9f554269" /><Relationship Type="http://schemas.openxmlformats.org/officeDocument/2006/relationships/image" Target="/ppt/media/image2.png" Id="R47758bfab8074b7a" /><Relationship Type="http://schemas.openxmlformats.org/officeDocument/2006/relationships/notesSlide" Target="/ppt/notesSlides/notesSlide2.xml" Id="R67095394df5844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9420ad8624416" /><Relationship Type="http://schemas.openxmlformats.org/officeDocument/2006/relationships/image" Target="/ppt/media/image3.png" Id="R81175a1c91964111" /><Relationship Type="http://schemas.openxmlformats.org/officeDocument/2006/relationships/notesSlide" Target="/ppt/notesSlides/notesSlide3.xml" Id="Re3fa7367623e4f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349c79404ae5" /><Relationship Type="http://schemas.openxmlformats.org/officeDocument/2006/relationships/image" Target="/ppt/media/image4.png" Id="Rc91fe038e4504bdd" /><Relationship Type="http://schemas.openxmlformats.org/officeDocument/2006/relationships/notesSlide" Target="/ppt/notesSlides/notesSlide4.xml" Id="R4664c8806a9e45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31ea5b6e84306" /><Relationship Type="http://schemas.openxmlformats.org/officeDocument/2006/relationships/image" Target="/ppt/media/image5.png" Id="R8306e4eb8464455c" /><Relationship Type="http://schemas.openxmlformats.org/officeDocument/2006/relationships/notesSlide" Target="/ppt/notesSlides/notesSlide5.xml" Id="R6614daedf255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761659c824856" /><Relationship Type="http://schemas.openxmlformats.org/officeDocument/2006/relationships/image" Target="/ppt/media/image6.png" Id="R9f0be659acf346c9" /><Relationship Type="http://schemas.openxmlformats.org/officeDocument/2006/relationships/notesSlide" Target="/ppt/notesSlides/notesSlide6.xml" Id="R70127c4481df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2cfe085f94e4c" /><Relationship Type="http://schemas.openxmlformats.org/officeDocument/2006/relationships/image" Target="/ppt/media/image7.png" Id="R6d0a377a52d24294" /><Relationship Type="http://schemas.openxmlformats.org/officeDocument/2006/relationships/notesSlide" Target="/ppt/notesSlides/notesSlide7.xml" Id="Rfac5ae9bec6d4b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701da2e8046d7" /><Relationship Type="http://schemas.openxmlformats.org/officeDocument/2006/relationships/image" Target="/ppt/media/image8.png" Id="R6007b38b4aed49ae" /><Relationship Type="http://schemas.openxmlformats.org/officeDocument/2006/relationships/notesSlide" Target="/ppt/notesSlides/notesSlide8.xml" Id="Rf8d6838b8c8344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582dbcb4241d8" /><Relationship Type="http://schemas.openxmlformats.org/officeDocument/2006/relationships/image" Target="/ppt/media/image9.png" Id="R40665060895a444f" /><Relationship Type="http://schemas.openxmlformats.org/officeDocument/2006/relationships/notesSlide" Target="/ppt/notesSlides/notesSlide9.xml" Id="Rd2823d5293e840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7a4e138684cbd" /><Relationship Type="http://schemas.openxmlformats.org/officeDocument/2006/relationships/image" Target="/ppt/media/image10.png" Id="R773e49049341479b" /><Relationship Type="http://schemas.openxmlformats.org/officeDocument/2006/relationships/notesSlide" Target="/ppt/notesSlides/notesSlide10.xml" Id="Rf134970abe294e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bfb25e66d484a" /><Relationship Type="http://schemas.openxmlformats.org/officeDocument/2006/relationships/image" Target="/ppt/media/image11.png" Id="R1f08d60112624ff5" /><Relationship Type="http://schemas.openxmlformats.org/officeDocument/2006/relationships/notesSlide" Target="/ppt/notesSlides/notesSlide11.xml" Id="Rce8d57de359d43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8804ae33f40fe" /><Relationship Type="http://schemas.openxmlformats.org/officeDocument/2006/relationships/image" Target="/ppt/media/image12.png" Id="R501fcf46fa924ec8" /><Relationship Type="http://schemas.openxmlformats.org/officeDocument/2006/relationships/notesSlide" Target="/ppt/notesSlides/notesSlide12.xml" Id="R61f863d753a342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b72babcf245c2" /><Relationship Type="http://schemas.openxmlformats.org/officeDocument/2006/relationships/image" Target="/ppt/media/image13.png" Id="Rb49eeada1c414d0c" /><Relationship Type="http://schemas.openxmlformats.org/officeDocument/2006/relationships/notesSlide" Target="/ppt/notesSlides/notesSlide13.xml" Id="R588257ed56cd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17936bb24b0d" /><Relationship Type="http://schemas.openxmlformats.org/officeDocument/2006/relationships/image" Target="/ppt/media/image14.png" Id="R56cdf49ea28e4b33" /><Relationship Type="http://schemas.openxmlformats.org/officeDocument/2006/relationships/notesSlide" Target="/ppt/notesSlides/notesSlide14.xml" Id="R8c3674e9fb0149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0cb84c9494336" /><Relationship Type="http://schemas.openxmlformats.org/officeDocument/2006/relationships/image" Target="/ppt/media/image15.png" Id="R8dd53c87e57748ff" /><Relationship Type="http://schemas.openxmlformats.org/officeDocument/2006/relationships/notesSlide" Target="/ppt/notesSlides/notesSlide15.xml" Id="Rd736c11706b0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d2c374b8d4a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64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58bfab8074b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55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75a1c919641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95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fe038e4504b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51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6e4eb846445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66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be659acf346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03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a377a52d242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86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7b38b4aed49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62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65060895a44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0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e4904934147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61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8d60112624f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89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fcf46fa924e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75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eeada1c414d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33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df49ea28e4b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67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53c87e577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3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2026-09-14T14:44:35.6250000Z</dcterms:created>
  <dcterms:modified xsi:type="dcterms:W3CDTF">2026-09-14T14:44:35.6250000Z</dcterms:modified>
</coreProperties>
</file>